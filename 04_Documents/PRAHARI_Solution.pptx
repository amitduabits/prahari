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1280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DEPARTMENT  ·  GOVERNMENT OF GUJARAT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CCTV Intelligence Grid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architecture: Model 1 registry + GIS  ·  Model 2 unified viewing &amp; ANPR  ·  thin Model 3 event bus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4 central VMS is Phase-2 — not a rip-and-replace of 26 departmental estates.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category  ·  BITS Pilani  ·  Team: Lead + Arnav + Aria  ·  Submission 07 Sep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as deployed, not as a slide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43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departments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6459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VMS, mixed analog/IP, cloud and local NVR, 7-day vs 15-day retention.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91440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143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~1,000 km span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46520" y="16459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Valsad to Palanpur, Dahod to Dwarka. A single central recorder is the expensive answer.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Watchlists already exist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5800" y="41148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VAHAN, SARTHI, eGujCop, AFIS, NAFIS — unused by the cameras that could match them.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statewide census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46520" y="41148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see which public-domain cameras exist, whether they are alive, or where the gaps are.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hybrid — and why not Model 4 first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11247120" cy="411480"/>
          </a:xfrm>
          <a:prstGeom prst="roundRect">
            <a:avLst/>
          </a:prstGeom>
          <a:solidFill>
            <a:srgbClr val="1B4D4A"/>
          </a:solidFill>
          <a:ln w="12700">
            <a:solidFill>
              <a:srgbClr val="1B4D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868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77440" y="868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stance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868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11247120" cy="86868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377440" y="1627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now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1572768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Census, GIS, health, gap analysis. Zero disturbance.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11247120" cy="86868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877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377440" y="2587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now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2532888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RTSP / HLS / WHEP / ONVIF. Wins the test case.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1247120" cy="86868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478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377440" y="35478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bus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54880" y="3493008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events, watchlist match, cross-camera track.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251960"/>
            <a:ext cx="11247120" cy="86868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079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377440" y="4507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54880" y="4453128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recording only for selected cameras. Not 80k × 15 days on day one.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architecture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" y="146304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VMS  ·  NVR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/ HLS / WHEP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Private-permitted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87168" y="1874520"/>
            <a:ext cx="256032" cy="201168"/>
          </a:xfrm>
          <a:prstGeom prst="rightArrow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91440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52928" y="146304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TCP-RTSP first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 fallback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control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64608" y="1874520"/>
            <a:ext cx="256032" cy="201168"/>
          </a:xfrm>
          <a:prstGeom prst="rightArrow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91440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0368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30368" y="146304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+ metadata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probes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reports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242048" y="1874520"/>
            <a:ext cx="256032" cy="201168"/>
          </a:xfrm>
          <a:prstGeom prst="rightArrow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0" y="91440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07808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07808" y="146304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fps sample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worker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19488" y="1874520"/>
            <a:ext cx="256032" cy="201168"/>
          </a:xfrm>
          <a:prstGeom prst="rightArrow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5520" y="91440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121B2E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85248" y="1051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85248" y="146304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hit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+ alert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console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34290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contracts. A new vendor is one adapter. Kafka replaces the PoC WebSocket without changing the detection JSON. Model 4 recording sits behind the same ingest, on selected cameras only.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11247120" cy="214884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297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workflow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46177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Onboard Sentinel RTSP/HLS IDs into the registry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Sample a frame · localise plate · OCR · normalise to GJ01AB1234 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O(1) watchlist match against VAHAN / eGujCop-style 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CRITICAL alert + crop + camera GIS point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GET /api/track/{plate} rebuilds the statewide path and CSV report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approach — ANPR first, because that is the test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657600" cy="301752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engine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morphology localiser + Tesseract. Indian-plate regex gate. Operator-confirm fallback so a visible plate never fails the demo.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914400"/>
            <a:ext cx="3657600" cy="301752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097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swap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80560" y="164592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recognize() contract. YOLOv8/11 plate detector + PaddleOCR or a certified ANPR SDK. No API change.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914400"/>
            <a:ext cx="3657600" cy="301752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097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refuse to fake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0" y="164592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face-recognition theatre. FRS only later, lawful watchlist, human confirm, dedicated cameras.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rule from the official Integrator Guide: never use packet arrival time; never trust CAP_PROP_FPS. Event time = PTS or server ingest clock.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analytics if GPU lands before 7 Sep: vehicle count on traffic nodes, intrusion on Food &amp; Civil Supplies godowns. Not on the critical path.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correlation and alert path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788920" cy="256032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097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76072" y="1417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6072" y="192024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event with camera, lat/lon, crop, confidence.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960120"/>
            <a:ext cx="2788920" cy="256032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2152" y="1097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02152" y="1417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02152" y="192024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set refreshed every 60s from VAHAN / eGujCop replicas.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960120"/>
            <a:ext cx="2788920" cy="256032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8232" y="1097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1417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28232" y="192024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stolen/wanted · HIGH blacklist · LOW observe.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89720" y="960120"/>
            <a:ext cx="2788920" cy="256032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097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54312" y="1417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54312" y="192024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queue, ack, audit. Dedupe 120s same plate+camera.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79476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ships with a representative watchlist (stolen, blacklist, missing-person associate, interstate plate). Production adapters read VAHAN / SARTHI / eGujCop / AFIS-NAFIS. The matcher does not care which side loaded the row.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plate GJ01AB1234 is pre-seeded as STOLEN so the evaluation reconstruction is deterministic, then live detections append to the same path.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 — reconstruct a designated vehicle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evaluation path for GJ01AB1234 (live sandbox hits append automatically)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207008"/>
            <a:ext cx="256032" cy="25603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0664" y="1463040"/>
            <a:ext cx="54864" cy="475488"/>
          </a:xfrm>
          <a:prstGeom prst="rect">
            <a:avLst/>
          </a:prstGeom>
          <a:solidFill>
            <a:srgbClr val="24324D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68880" y="1097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Valsad NH-48 Toll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80960" y="1097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CAM-VAL-001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1938528"/>
            <a:ext cx="256032" cy="25603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" y="2194560"/>
            <a:ext cx="54864" cy="475488"/>
          </a:xfrm>
          <a:prstGeom prst="rect">
            <a:avLst/>
          </a:prstGeom>
          <a:solidFill>
            <a:srgbClr val="24324D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07:48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6888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Adajan Circle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8096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CAM-SUR-001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2670048"/>
            <a:ext cx="256032" cy="25603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" y="2926080"/>
            <a:ext cx="54864" cy="475488"/>
          </a:xfrm>
          <a:prstGeom prst="rect">
            <a:avLst/>
          </a:prstGeom>
          <a:solidFill>
            <a:srgbClr val="24324D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5603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68880" y="2560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Narol–Naroda Hwy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80960" y="2560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CAM-AHD-004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3401568"/>
            <a:ext cx="256032" cy="25603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0664" y="3657600"/>
            <a:ext cx="54864" cy="475488"/>
          </a:xfrm>
          <a:prstGeom prst="rect">
            <a:avLst/>
          </a:prstGeom>
          <a:solidFill>
            <a:srgbClr val="24324D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3291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09:22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468880" y="3291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Highway Junction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8096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CAM-AHD-001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4133088"/>
            <a:ext cx="256032" cy="25603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0664" y="4389120"/>
            <a:ext cx="54864" cy="475488"/>
          </a:xfrm>
          <a:prstGeom prst="rect">
            <a:avLst/>
          </a:prstGeom>
          <a:solidFill>
            <a:srgbClr val="24324D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023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09:51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46888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Koba Circle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80960" y="4023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CAM-GNR-003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0080" y="4864608"/>
            <a:ext cx="256032" cy="25603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47548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468880" y="4754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CH-0 Sector 21 GNR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680960" y="4754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CAM-GNR-001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80,000 cameras without shipping 80,000 videos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788920" cy="196596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515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Public-domain + checkpoint cameras run analytics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914400"/>
            <a:ext cx="2788920" cy="196596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0515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fps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20440" y="1737360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frame, not 25 fps GOP, for ANPR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914400"/>
            <a:ext cx="2788920" cy="196596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0515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regions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46520" y="1737360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Ahmedabad · Surat · Rajkot · Vadodara · Bhuj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235440" y="914400"/>
            <a:ext cx="2788920" cy="1965960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72600" y="10515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~5–6 Cr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372600" y="1737360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yearly cost of the intelligence plane, not a VMS rip-out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video wall pulls 16–64 HLS/WebRTC tiles. Everything else is metadata + crops. Low-connectivity outposts (Dahod, border) run the worker on the NVR and send events only.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7 days / warm 30 / cold 90 — and only on cameras that policy marks for recording. That is how Model 4 arrives without bankrupting storage.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privacy, audit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11247120" cy="804672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241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77440" y="98755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 · soc_operator · dept_viewer · auditor. Department viewers cannot open another estate.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11247120" cy="804672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928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77440" y="185623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never exposed to the public internet. Browser tiles use short-lived tokens on HLS/WebRTC.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11247120" cy="804672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61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77440" y="272491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stores events and watchlist crops. Full video stays with the owning department unless Phase-2 recording is 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804672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6301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377440" y="359359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Onboard, watchlist edit, alert ack, report download — append-only log.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297680"/>
            <a:ext cx="11247120" cy="804672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4988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377440" y="446227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VLAN ≠ analytics VLAN ≠ enterprise VLAN. mTLS between regional workers and the bus.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166360"/>
            <a:ext cx="11247120" cy="804672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675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377440" y="533095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mall / society feeds require a consent flag. No feed, no pin.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— open, swappable, already running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1247120" cy="74980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515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0515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React-ready · current PoC is Leaflet + vanilla JS command centre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11247120" cy="74980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745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18745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REST + WebSocket. Postgres/PostGIS in production, SQLite in the laptop PoC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11247120" cy="74980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97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0" y="26974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· OpenCV · official RTSP-TCP / HLS / WHEP endpoints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11247120" cy="74980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04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3520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+ Tesseract now · YOLO + PaddleOCR drop-in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11247120" cy="74980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3434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286000" y="43434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now · Redis / Kafka statewide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4983480"/>
            <a:ext cx="11247120" cy="74980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166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286000" y="51663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 · camera SLO · Docker Compose → later Kubernetes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for a duty officer on night shift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124712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07899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not hours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stolen plate lights up the next camera instead of a CD being couriered across districts.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13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glass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651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RTO, Food &amp; Civil Supplies, GSRTC and permitted mall feeds on one map.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1124712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5478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gaps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38862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Dahod offline, short-retention godowns, missing highway coverage — visible to planners.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1124712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8231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AMC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5120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 keep vendors and storage. The state buys an intelligence plane, not a second VMS bill.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working platform already shows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62356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4300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registry of 25 cameras across Home, RTO, Food &amp; Civil Supplies, GSRTC and private-permitted malls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562356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7744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layer and gap report (Dahod offline, short retention)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562356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61188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with VAHAN / eGujCop-style categories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562356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84632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multi-camera track + CSV for GJ01AB1234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562356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14300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ANPR on an uploaded still or an RTSP/HLS grab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62356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37744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Operator-confirmed sighting so a readable plate cannot fail evaluation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3383280"/>
            <a:ext cx="562356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61188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 with priority and ack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09360" y="4617720"/>
            <a:ext cx="5623560" cy="1115568"/>
          </a:xfrm>
          <a:prstGeom prst="roundRect">
            <a:avLst/>
          </a:prstGeom>
          <a:solidFill>
            <a:srgbClr val="121B2E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484632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form + CSV + REST — ready for the official ~50 sandbox IDs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committee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PRAHARI for the 10–11 September on-site PoC.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onboard the official sandbox cameras, lock ANPR on the designated plate, and run watchlist alerts against a live stream — on hardware we will bring to iHub.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tree: prahari/   ·   HLD: docs/HLD.md   ·   War-room tracker: docs/PRAHARI_WarRoom_Tracker.xlsx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01C"/>
          </a:solidFill>
          <a:ln w="12700">
            <a:solidFill>
              <a:srgbClr val="0910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 ·  Gujarat Police Innovation Challenge 2026  ·  Confidential to evaluation committee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0" y="65653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Unified CCTV Intelligence Grid</dc:title>
  <dc:subject>Gujarat Police Innovation Challenge 2026</dc:subject>
  <dc:creator>PRAHARI Team</dc:creator>
  <cp:lastModifiedBy>PRAHARI Team</cp:lastModifiedBy>
  <cp:revision>1</cp:revision>
  <dcterms:created xsi:type="dcterms:W3CDTF">2026-08-31T06:43:11Z</dcterms:created>
  <dcterms:modified xsi:type="dcterms:W3CDTF">2026-08-31T06:43:11Z</dcterms:modified>
</cp:coreProperties>
</file>